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SpaceX Falcon 9 Data Science Capstone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01/16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CAPSTONE PROJECT • HISTORICAL LAUNCH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Exploring launch outcomes and predicting first-stage landing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821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43B53"/>
                </a:solidFill>
                <a:latin typeface="Aptos"/>
              </a:defRPr>
            </a:pPr>
            <a:r>
              <a:t>• Research question: Can historical launch, payload, orbit, launch-site and booster features help predict first-stage landing success?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679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43B53"/>
                </a:solidFill>
                <a:latin typeface="Aptos"/>
              </a:defRPr>
            </a:pPr>
            <a:r>
              <a:t>• Workflow: API collection • web scraping • wrangling • EDA • SQL • Folium • Dash •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537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43B53"/>
                </a:solidFill>
                <a:latin typeface="Aptos"/>
              </a:defRPr>
            </a:pPr>
            <a:r>
              <a:t>• Historical course dataset reference period: 2010–2020 in the published baseline study.</a:t>
            </a:r>
          </a:p>
        </p:txBody>
      </p:sp>
      <p:pic>
        <p:nvPicPr>
          <p:cNvPr id="13" name="Picture 12" descr="workflo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81328"/>
            <a:ext cx="5440680" cy="13746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" y="5715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2606D"/>
                </a:solidFill>
                <a:latin typeface="Aptos"/>
              </a:defRPr>
            </a:pPr>
            <a:r>
              <a:t>Data sources and benchmark findings are attributed in the References slide. Current outputs are regenerated by the included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02/16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project combines two collection pathways (SpaceX API and launch-list web scraping) with a stable historical course dataset for reproducible evaluation.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Published reference analysis found launch-site, payload-mass and orbit differences; it reported improving landing success over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A prior analysis of this historical dataset reported a tuned Decision Tree accuracy of 88.9%. This is a reference benchmark, not a metric generated in this environment.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supplied pipeline regenerates the cleaned dataset, figures, SQL tables, Folium map, model metrics and confusion matrix when 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chmark_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Reference: Daniel Eduardo López, IBM-SpaceX capstone repository (2022). Recompute metrics on your own run before submission.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Introduction and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03/16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Falcon 9 first-stage reuse is an important operational lever because successful recovery can enable refurbishment and reuse.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Business question: Which historical mission features are associated with landing outcome, and how well can a classifier estimate landing success?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Target: `Class` (0 = unsuccessful landing; 1 = successful landing) in the historical course dataset.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Scope: descriptive analysis and prediction; associations do not establish that a feature causes a landing outcome.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ta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Historical business context and research question follow the public capstone description; cited benchmark period ends in 2020.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Data Collection — SpaceX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04/16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Send GET request to `/v4/launches/past` and normalize JSON with `pandas.json_normalize`.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Enrich launch IDs through `/rockets`, `/launchpads`, `/payloads` and `/cores` endpoints.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Extract launch date, rocket/booster, payload mass and orbit, launch-site coordinates, recovery attempt and landing result where available.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Quality controls: check HTTP status, handle missing fields and save the raw/normalized files for traceability.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orkflo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API endpoint: https://api.spacexdata.com/v4/launches/past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Data Collection — Web Scraping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05/16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Request the Wikipedia List of Falcon 9 and Falcon Heavy launches page using `requests`.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Create a BeautifulSoup object, inspect `soup.title`, identify the launch table and parse it with `pandas.read_html`.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Save the extracted table as a versioned CSV for inspection and compare schema changes before reuse.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Web tables can change; the code checks status and records the table list rather than assuming a fixed table index.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ta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Source: https://en.wikipedia.org/wiki/List_of_Falcon_9_and_Falcon_Heavy_launches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Data Wrangling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06/16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Filter to Falcon 9 records for a consistent scope; standardize field names and types.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Parse dates and create numeric model inputs; inspect missing values and duplicates before treatment.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Impute missing predictor values inside a scikit-learn preprocessing pipeline.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One-hot encode categorical fields and scale numeric values where appropriate. Split train/test data with stratification; keep preprocessing within the training pipeline to limit leakage.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orkflo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The raw collector, historical-data loader, and model code are included in the ZIP.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EDA with Data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07/16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Launch-site bar chart: compares sample size by site; it does not alone measure operational quality.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Landing-outcome pie chart: visualizes target imbalance and explains why accuracy should not be the only metric.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Payload scatter/strip plot: examines the distribution of payload mass across landing classes.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Rolling success trend and orbit counts reveal temporal and mission-type patterns. The included code regenerates all figures from the loaded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chmark_succes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The trend shown is the attributed published benchmark; use generated outputs/ figures for your own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EDA with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08/16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Load the cleaned launch-level data into SQLite so analysis is reproducible and queryable.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Query 1: `GROUP BY LaunchSite` for record count and mean landing class.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Query 2: `GROUP BY Orbit` for frequency and observed success rate; include counts so small groups are not overinterpreted.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Query 3: order launches by flight number to examine trend changes. The script exports each SQL result as a CSV.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ql_queri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Generated files: sql_launch_site_summary.csv, sql_orbit_summary.csv, sql_flight_summary.csv.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EDA Result — Launch-Site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09/16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Published baseline: CCAFS SLC-40 was the most frequently used launch site.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VAFB SLC-4E was reported as the least used site, with comparatively few successful landings.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KSC LC-39A was reported to have the highest count of successful missions and a 76.9% success ratio.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Key insight: launch volume and success ratio answer different questions; do not infer the best site from count alone.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chmark_launch_si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All findings on this slide are reference findings from the published historical course-data analysis, not current SpaceX operational statistics.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EDA Result — Success Trend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10/16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referenced study reported that landing success improved over the historical flight sequence.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Its summary described success rising from 0% in 2013 to about 80% by 2017, then staying near 80%.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chart deliberately plots only the explicitly reported year/value points; the later plateau is described as a textual finding rather than inventing annual observations.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code computes a rolling success rate directly from the selected CSV for an updated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chmark_succes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Reference values: published IBM-SpaceX capstone analysis, not an independently re-run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EDA Result — Payload and Orbit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11/16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Reported high-success payload range: 1,952–5,300 kg. This is an observed range, not a causal threshold or guarantee.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reference analysis reported 100% observed success for ES-L1, GEO, HEO and SSO; the SO category was reported at 0%.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same analysis cautioned implicitly through small counts that 100% categories can be based on very few missions.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included code plots actual orbit counts and success rates with denominators, so small-sample effects can be assessed.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chmark_orbit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Use per-orbit counts alongside percentages when discussing uncertainty.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SQL Results — What the Tables Tell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12/16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historical reference analysis ranked CCAFS SLC-40 highest for launch usage and VAFB SLC-4E lowest.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KSC LC-39A appeared as the site with the highest success count and 76.9% reported success ratio.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Orbit summaries highlighted a mix of high observed success in a few low-frequency orbits and frequent mission types such as LEO, ISS, PO, GTO and VLEO.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run script exports the actual grouped SQL outputs from the course dataset so these observations can be checked quantitatively.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chmark_launch_si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SQL result CSVs are written beneath `outputs/` after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Interactive Visual Analytics — Folium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13/16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map uses site latitude/longitude from the dataset and puts one marker at each launch-site location.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Marker popups show launch record count and observed landing success percentage.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script exports pairwise Haversine distances between launch-site coordinates for a reproducible proximity comparison. A published historical analysis reported KSC LC-39A at about 6.46 km from the Atlantic Sea and 72.21 km from Orlando; such distances depend on the chosen reference point.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Run `python run_analysis.py` to create `outputs/spacex_launch_sites_map.html` and the pairwise distance CSV.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unch_site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Actual interactive coordinate-based map is generated from the input CSV; this static view is only an overview.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Interactive Visual Analytics — Plotly Dash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14/16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provided Dash app includes a launch-site dropdown and payload-mass slider.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pie chart dynamically summarizes successful versus unsuccessful landing outcomes for the selected site.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The scatter plot maps observed payload mass against landing class and colors points by booster version or site.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Run `python spacex_dash_app.py`, then open `http://127.0.0.1:8050/`. The slide image is a UI preview; live chart values come from the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Dashboard source file: spacex_dash_app.py. Use live screenshot from your own app if the course explicitly requires screenshots.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Predictive Analysis — Classification and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15/16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Target: first-stage landing class. Candidate features include flight number, payload mass, orbit, site, booster version, reuse, grid fins, legs and block.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Models compared by code: Logistic Regression, Decision Tree, Random Forest and Support Vector Machine.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Published reference benchmark: a tuned Decision Tree reported 88.9% accuracy and performed better on successful than unsuccessful landings.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Your code calculates current accuracy, precision, recall and F1 on a held-out test split; it saves a numeric confusion matrix and tuned tree parameters.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chmark_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Do not report the 88.9% as your own run result unless your run reproduces it. Use outputs/model_metrics.csv.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Conclusion, Limitations and Innovative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24828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SpaceX Falcon 9 Capstone  •  Historical course-data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6248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Aptos"/>
              </a:defRPr>
            </a:pPr>
            <a:r>
              <a:t>16/16</a:t>
            </a:r>
          </a:p>
        </p:txBody>
      </p:sp>
      <p:sp>
        <p:nvSpPr>
          <p:cNvPr id="8" name="Oval 7"/>
          <p:cNvSpPr/>
          <p:nvPr/>
        </p:nvSpPr>
        <p:spPr>
          <a:xfrm>
            <a:off x="576072" y="133502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Historical reference findings suggest landing success improved over the studied flight sequence and reached roughly 80% by 2017.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44830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75154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Launch volume and success ratio should be analyzed separately: the busiest site was not the site reported with the highest success ratio.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" y="35615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88436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Orbit success percentages based on small samples can look perfect without being reliable; always display counts with rates.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467487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01718"/>
            <a:ext cx="4828032" cy="104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3B53"/>
                </a:solidFill>
                <a:latin typeface="Aptos"/>
              </a:defRPr>
            </a:pPr>
            <a:r>
              <a:t>Limitations: historical cutoff, missing labels, class imbalance, changing operations and dataset-source drift. Re-run the pipeline and replace benchmarks with your measured outputs before final submission.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1243584"/>
            <a:ext cx="589788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chmark_payload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99616"/>
            <a:ext cx="5532120" cy="3913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879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2606D"/>
                </a:solidFill>
                <a:latin typeface="Aptos"/>
              </a:defRPr>
            </a:pPr>
            <a:r>
              <a:t>References: SpaceX API v4; Wikipedia launch list; Daniel Eduardo López, IBM-SpaceX capstone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